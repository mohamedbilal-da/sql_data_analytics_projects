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2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03-02-2025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03-02-2025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03-02-2025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03-02-2025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03-02-2025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03-02-2025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03-02-2025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03-02-2025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03-02-2025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03-02-2025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03-02-2025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03-02-2025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1639272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348</Words>
  <Application>Microsoft Office PowerPoint</Application>
  <PresentationFormat>Widescreen</PresentationFormat>
  <Paragraphs>32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Swapnajeet A</cp:lastModifiedBy>
  <cp:revision>17</cp:revision>
  <dcterms:created xsi:type="dcterms:W3CDTF">2024-06-24T12:27:37Z</dcterms:created>
  <dcterms:modified xsi:type="dcterms:W3CDTF">2025-02-03T17:30:11Z</dcterms:modified>
</cp:coreProperties>
</file>